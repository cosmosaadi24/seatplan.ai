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SeatPlan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seating with no clashes, replanned in seconds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9  |  Team 2392608303-Avengers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spends about two days building seating plans and invigilator rosters in spreadsheets.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Clashes stay hidden until exam morning: same-subject students side by side, a teacher in two halls, an overfull room.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room or invigilator drops out, the plan is rebuilt by hand under time pressure.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 affects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coordinators: days of manual work, high stress, little room for error.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copying opportunities, last-minute seat changes, unfair exam conditions.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Invigilators: double bookings and unclear duties.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Institutions: invalid exams, complaints and re-conducts.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solution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students across rooms by capacity, mixing subjects in every hall.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each room seat by seat so no same-subject neighbours sit left, right, in front or behind.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spare seat empty before ever breaking a rule.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invigilators at 1 per 30 students, largest rooms first, nobody in two halls.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plain language every rule that had to be bent, and why.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students, subjects, rooms, invigilators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76272" y="146304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4688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grids appear in milliseconds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03904" y="146304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95344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895344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24688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checker re-counts every rule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31536" y="146304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22976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522976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out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522976" y="24688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room or invigilator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59168" y="146304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0608" y="1554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24688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plan plus count of students moved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browser. No install, no server, no data leaves the device.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it makes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spreadsheet work become one click and a few milliseconds.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Clashes are prevented, and re-checked by a separate verifier, instead of discovered on exam morning.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drops out, the plan updates instantly and shows how many students moved.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rule must bend, the coordinator is told exactly where and why.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E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one exam session, generated demo data, a fast heuristic rather than a proven optimum.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CSV import and export of real student data.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multiple sessions and time slots, with teacher conflicts across sessions.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minimal-movement replanning and printable hall sheets.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SeatPlan</dc:title>
  <dc:subject>PptxGenJS Presentation</dc:subject>
  <dc:creator>PptxGenJS</dc:creator>
  <cp:lastModifiedBy>PptxGenJS</cp:lastModifiedBy>
  <cp:revision>1</cp:revision>
  <dcterms:created xsi:type="dcterms:W3CDTF">2026-10-09T16:09:16Z</dcterms:created>
  <dcterms:modified xsi:type="dcterms:W3CDTF">2026-10-09T16:09:16Z</dcterms:modified>
</cp:coreProperties>
</file>